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study challenges into a game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a points, badge, and ranking system for every topic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engagement through group challenges and quizzes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even small wins to build positive motivation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greater interest in class, less stress, stronger retention of knowledge.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2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Removing and preventing barriers to learning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problems early through regular surveys and monitoring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barriers related to time management and the study environment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measures: seminars, trainings, and mentorship programs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fewer disruptions in the learning process, higher attendance and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comm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3-4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conversations: academic and personal support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one-on-one meetings with students who are falling behind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gaps and build a personal improvement plan together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find solutions where possible for personal issues affecting studies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trusting environment where students can speak openly and freely.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Fully useful advice when building a study plan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individual plan based on each student's strengths and weaknesses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clear, practical, and proven recommendations whenever hesitation arises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 periodically and adjust it based on results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student sees a clear path forward and acts with confidence.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778240" y="137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Shape 1"/>
          <p:cNvSpPr/>
          <p:nvPr/>
        </p:nvSpPr>
        <p:spPr>
          <a:xfrm>
            <a:off x="10195560" y="502920"/>
            <a:ext cx="1371600" cy="13716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" name="Image 0" descr="/home/claude/deck/icon-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3032" y="850392"/>
            <a:ext cx="676656" cy="6766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868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371600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Guiding students in the right direction, based on interests and goals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017520"/>
            <a:ext cx="9509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and assessments to identify a student's interests and strengths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directions and resources aligned with future career goals</a:t>
            </a:r>
            <a:endParaRPr lang="en-US" sz="1700" dirty="0"/>
          </a:p>
          <a:p>
            <a:pPr marL="342900" indent="-342900">
              <a:spcAft>
                <a:spcPts val="2600"/>
              </a:spcAft>
              <a:buSzPct val="100000"/>
              <a:buChar char="▪"/>
            </a:pPr>
            <a:r>
              <a:rPr lang="en-US" sz="17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revisit choices in time if they don't match the student's interests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5532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student develops in the direction that fits them and stays motivated.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2026-09-27T12:28:37Z</dcterms:created>
  <dcterms:modified xsi:type="dcterms:W3CDTF">2026-09-27T12:28:37Z</dcterms:modified>
</cp:coreProperties>
</file>