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O'quvdagi qiyinchiliklarni o'yin shaklida yengish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mavzu bo'yicha ball, nishon (badge) va reyting tizimini joriy etish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 ichida topshiriq va viktorinalar orqali faollikni oshirish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yutuqlarni ham taqdirlab, ijobiy motivatsiya shakllantirish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darsga qiziqish ortadi, stress kamayadi, bilim mustahkam o'zlashtiriladi.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 olishga to'sqinlik qiluvchi omillarni bartaraf etish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Muntazam so'rovnoma va monitoring orqali muammoli holatlarni erta aniqlash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boshqaruvi va o'quv muhitiga oid to'siqlarni bartaraf qilish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Profilaktik tadbirlar: seminar, trening va mentorlik dasturlari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o'quv jarayonidagi uzilishlar kamayadi, davomat va samaradorlik oshadi.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3-4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suhbatlar: akademik va shaxsiy qo'llab-quvvatlash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Ortda qolayotgan talabalar bilan muntazam individual uchrashuvlar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Kamchiliklarni aniqlab, shaxsiy rivojlanish rejasini birgalikda tuzish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hayotga oid muammolar bo'lsa, imkon qadar yechim topishga ko'maklashish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ishonchli muhit yaratiladi, talaba erkin va ochiq gaplasha oladi.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plan tuzishda 100% foydali maslahatlar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talabaning kuchli va zaif tomonlarini hisobga olib reja tuzish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Ikkilanish yuzaga kelganda aniq, amaliy va tekshirilgan tavsiyalar berish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Rejani davriy ko'rib chiqish va natijaga qarab moslashtirish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talaba o'z yo'lini aniq ko'radi va ishonch bilan harakat qiladi.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To'g'ri yo'naltirish: qiziqish va maqsaddan kelib chiqib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Talabaning qiziqishi va kuchli tomonlarini aniqlovchi suhbat va testlar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Kelajakdagi kasbiy maqsadlarga mos yo'nalish va resurslarni tavsiya etish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kelmagan tanlovlarni vaqtida qayta ko'rib chiqishga yordam berish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har bir talaba o'ziga mos yo'nalishda rivojlanadi va motivatsiyasini yo'qotmaydi.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2026-09-27T12:25:39Z</dcterms:created>
  <dcterms:modified xsi:type="dcterms:W3CDTF">2026-09-27T12:25:39Z</dcterms:modified>
</cp:coreProperties>
</file>